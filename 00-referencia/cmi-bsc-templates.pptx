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33" r:id="rId2"/>
    <p:sldId id="341" r:id="rId3"/>
    <p:sldId id="319" r:id="rId4"/>
    <p:sldId id="323" r:id="rId5"/>
    <p:sldId id="324" r:id="rId6"/>
    <p:sldId id="326" r:id="rId7"/>
    <p:sldId id="339" r:id="rId8"/>
    <p:sldId id="332" r:id="rId9"/>
    <p:sldId id="325" r:id="rId10"/>
    <p:sldId id="331" r:id="rId11"/>
    <p:sldId id="327" r:id="rId12"/>
    <p:sldId id="328" r:id="rId13"/>
    <p:sldId id="329" r:id="rId14"/>
    <p:sldId id="330" r:id="rId15"/>
    <p:sldId id="334" r:id="rId16"/>
    <p:sldId id="335" r:id="rId17"/>
    <p:sldId id="336" r:id="rId18"/>
    <p:sldId id="337" r:id="rId19"/>
    <p:sldId id="338" r:id="rId20"/>
    <p:sldId id="340" r:id="rId2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CF633F-FE7B-48E3-B00E-3B8F3F01AA8B}" type="doc">
      <dgm:prSet loTypeId="urn:microsoft.com/office/officeart/2005/8/layout/cycle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FC5429F-740B-4BAE-95DC-62595958739B}">
      <dgm:prSet phldrT="[Текст]"/>
      <dgm:spPr/>
      <dgm:t>
        <a:bodyPr/>
        <a:lstStyle/>
        <a:p>
          <a:r>
            <a:rPr lang="en-US" dirty="0" smtClean="0"/>
            <a:t>Finance</a:t>
          </a:r>
          <a:endParaRPr lang="en-US" dirty="0"/>
        </a:p>
      </dgm:t>
    </dgm:pt>
    <dgm:pt modelId="{DEC1AA53-7670-414F-99B4-D30E9F7F5749}" type="parTrans" cxnId="{5798AD91-C180-49B1-ABCF-FA8E1DB6C027}">
      <dgm:prSet/>
      <dgm:spPr/>
      <dgm:t>
        <a:bodyPr/>
        <a:lstStyle/>
        <a:p>
          <a:endParaRPr lang="en-US"/>
        </a:p>
      </dgm:t>
    </dgm:pt>
    <dgm:pt modelId="{7CB8C440-F19E-4E28-9506-09DF7A8914BD}" type="sibTrans" cxnId="{5798AD91-C180-49B1-ABCF-FA8E1DB6C027}">
      <dgm:prSet/>
      <dgm:spPr/>
      <dgm:t>
        <a:bodyPr/>
        <a:lstStyle/>
        <a:p>
          <a:endParaRPr lang="en-US"/>
        </a:p>
      </dgm:t>
    </dgm:pt>
    <dgm:pt modelId="{7017EA7A-9F69-4AD1-B739-45599DEC0878}">
      <dgm:prSet phldrT="[Текст]"/>
      <dgm:spPr/>
      <dgm:t>
        <a:bodyPr/>
        <a:lstStyle/>
        <a:p>
          <a:r>
            <a:rPr lang="en-US" dirty="0" smtClean="0"/>
            <a:t>Indicator 1</a:t>
          </a:r>
          <a:endParaRPr lang="en-US" dirty="0"/>
        </a:p>
      </dgm:t>
    </dgm:pt>
    <dgm:pt modelId="{E3D96CCB-5284-4E83-B232-CDC51EE06DCD}" type="parTrans" cxnId="{E8612091-B62B-4B0D-A842-742277CE76C3}">
      <dgm:prSet/>
      <dgm:spPr/>
      <dgm:t>
        <a:bodyPr/>
        <a:lstStyle/>
        <a:p>
          <a:endParaRPr lang="en-US"/>
        </a:p>
      </dgm:t>
    </dgm:pt>
    <dgm:pt modelId="{5EF51475-2712-4307-A6DE-3CF8449EBBAA}" type="sibTrans" cxnId="{E8612091-B62B-4B0D-A842-742277CE76C3}">
      <dgm:prSet/>
      <dgm:spPr/>
      <dgm:t>
        <a:bodyPr/>
        <a:lstStyle/>
        <a:p>
          <a:endParaRPr lang="en-US"/>
        </a:p>
      </dgm:t>
    </dgm:pt>
    <dgm:pt modelId="{2F96B966-08F6-46A6-89D6-DEF5B19B314E}">
      <dgm:prSet phldrT="[Текст]"/>
      <dgm:spPr/>
      <dgm:t>
        <a:bodyPr/>
        <a:lstStyle/>
        <a:p>
          <a:r>
            <a:rPr lang="en-US" dirty="0" smtClean="0"/>
            <a:t>Education and Growth</a:t>
          </a:r>
          <a:endParaRPr lang="en-US" dirty="0"/>
        </a:p>
      </dgm:t>
    </dgm:pt>
    <dgm:pt modelId="{A45C63C4-B32C-4541-A337-E3874D1D7DF2}" type="parTrans" cxnId="{B9AECBC9-6A8D-47A0-B9F7-AD274BD94B09}">
      <dgm:prSet/>
      <dgm:spPr/>
      <dgm:t>
        <a:bodyPr/>
        <a:lstStyle/>
        <a:p>
          <a:endParaRPr lang="en-US"/>
        </a:p>
      </dgm:t>
    </dgm:pt>
    <dgm:pt modelId="{0A9C8DDE-C82C-4F39-848F-CA94DCE89662}" type="sibTrans" cxnId="{B9AECBC9-6A8D-47A0-B9F7-AD274BD94B09}">
      <dgm:prSet/>
      <dgm:spPr/>
      <dgm:t>
        <a:bodyPr/>
        <a:lstStyle/>
        <a:p>
          <a:endParaRPr lang="en-US"/>
        </a:p>
      </dgm:t>
    </dgm:pt>
    <dgm:pt modelId="{DE3BC994-31E2-42CE-A6D6-1212BBF837B3}">
      <dgm:prSet phldrT="[Текст]"/>
      <dgm:spPr/>
      <dgm:t>
        <a:bodyPr/>
        <a:lstStyle/>
        <a:p>
          <a:r>
            <a:rPr lang="en-US" dirty="0" smtClean="0"/>
            <a:t>Indicator 1</a:t>
          </a:r>
          <a:endParaRPr lang="en-US" dirty="0"/>
        </a:p>
      </dgm:t>
    </dgm:pt>
    <dgm:pt modelId="{03AD576E-498B-43DD-AA4E-629868BE8C18}" type="parTrans" cxnId="{29383598-55C1-46FE-B277-CEC9AAA9D8B4}">
      <dgm:prSet/>
      <dgm:spPr/>
      <dgm:t>
        <a:bodyPr/>
        <a:lstStyle/>
        <a:p>
          <a:endParaRPr lang="en-US"/>
        </a:p>
      </dgm:t>
    </dgm:pt>
    <dgm:pt modelId="{F3991B9D-E823-4862-ADF4-E72CFAAC8A45}" type="sibTrans" cxnId="{29383598-55C1-46FE-B277-CEC9AAA9D8B4}">
      <dgm:prSet/>
      <dgm:spPr/>
      <dgm:t>
        <a:bodyPr/>
        <a:lstStyle/>
        <a:p>
          <a:endParaRPr lang="en-US"/>
        </a:p>
      </dgm:t>
    </dgm:pt>
    <dgm:pt modelId="{C571C3B6-F572-429C-B8A0-DDEFF63D771E}">
      <dgm:prSet phldrT="[Текст]"/>
      <dgm:spPr/>
      <dgm:t>
        <a:bodyPr/>
        <a:lstStyle/>
        <a:p>
          <a:r>
            <a:rPr lang="en-US" dirty="0" smtClean="0"/>
            <a:t>Customer relationship</a:t>
          </a:r>
          <a:endParaRPr lang="en-US" dirty="0"/>
        </a:p>
      </dgm:t>
    </dgm:pt>
    <dgm:pt modelId="{0B20B126-550C-4AA9-9DDA-4EAD5505A052}" type="parTrans" cxnId="{601BEFB6-7949-4643-9232-C18A951E83F1}">
      <dgm:prSet/>
      <dgm:spPr/>
      <dgm:t>
        <a:bodyPr/>
        <a:lstStyle/>
        <a:p>
          <a:endParaRPr lang="en-US"/>
        </a:p>
      </dgm:t>
    </dgm:pt>
    <dgm:pt modelId="{94C5EB12-F6C1-430D-8D0C-3024E82DD958}" type="sibTrans" cxnId="{601BEFB6-7949-4643-9232-C18A951E83F1}">
      <dgm:prSet/>
      <dgm:spPr/>
      <dgm:t>
        <a:bodyPr/>
        <a:lstStyle/>
        <a:p>
          <a:endParaRPr lang="en-US"/>
        </a:p>
      </dgm:t>
    </dgm:pt>
    <dgm:pt modelId="{4D932741-1CBB-4D2D-ACA4-301517D440A4}">
      <dgm:prSet phldrT="[Текст]"/>
      <dgm:spPr/>
      <dgm:t>
        <a:bodyPr/>
        <a:lstStyle/>
        <a:p>
          <a:r>
            <a:rPr lang="en-US" dirty="0" smtClean="0"/>
            <a:t>Indicator 1</a:t>
          </a:r>
          <a:endParaRPr lang="en-US" dirty="0"/>
        </a:p>
      </dgm:t>
    </dgm:pt>
    <dgm:pt modelId="{4B4FF781-33CE-4857-B849-2C3FDC558680}" type="parTrans" cxnId="{DD989F4E-C02E-4C96-9B8F-4D600B264295}">
      <dgm:prSet/>
      <dgm:spPr/>
      <dgm:t>
        <a:bodyPr/>
        <a:lstStyle/>
        <a:p>
          <a:endParaRPr lang="en-US"/>
        </a:p>
      </dgm:t>
    </dgm:pt>
    <dgm:pt modelId="{F7F0F112-C44A-4176-8391-74AA5AAE73AE}" type="sibTrans" cxnId="{DD989F4E-C02E-4C96-9B8F-4D600B264295}">
      <dgm:prSet/>
      <dgm:spPr/>
      <dgm:t>
        <a:bodyPr/>
        <a:lstStyle/>
        <a:p>
          <a:endParaRPr lang="en-US"/>
        </a:p>
      </dgm:t>
    </dgm:pt>
    <dgm:pt modelId="{8FFFF72A-1AB4-42C6-A103-8C807B69A277}">
      <dgm:prSet phldrT="[Текст]"/>
      <dgm:spPr/>
      <dgm:t>
        <a:bodyPr/>
        <a:lstStyle/>
        <a:p>
          <a:r>
            <a:rPr lang="en-US" dirty="0" smtClean="0"/>
            <a:t>Internal processes</a:t>
          </a:r>
          <a:endParaRPr lang="en-US" dirty="0"/>
        </a:p>
      </dgm:t>
    </dgm:pt>
    <dgm:pt modelId="{6DF2CEC0-FBBE-4B0E-8424-5D03D08D99EE}" type="parTrans" cxnId="{0B63F6B5-4332-4A8F-8088-C41A5E49178E}">
      <dgm:prSet/>
      <dgm:spPr/>
      <dgm:t>
        <a:bodyPr/>
        <a:lstStyle/>
        <a:p>
          <a:endParaRPr lang="en-US"/>
        </a:p>
      </dgm:t>
    </dgm:pt>
    <dgm:pt modelId="{DE929F6F-1164-495D-B918-71465E8F4261}" type="sibTrans" cxnId="{0B63F6B5-4332-4A8F-8088-C41A5E49178E}">
      <dgm:prSet/>
      <dgm:spPr/>
      <dgm:t>
        <a:bodyPr/>
        <a:lstStyle/>
        <a:p>
          <a:endParaRPr lang="en-US"/>
        </a:p>
      </dgm:t>
    </dgm:pt>
    <dgm:pt modelId="{23B8A7F4-CC50-4F32-ACBE-BD0E4D77F661}">
      <dgm:prSet phldrT="[Текст]"/>
      <dgm:spPr/>
      <dgm:t>
        <a:bodyPr/>
        <a:lstStyle/>
        <a:p>
          <a:r>
            <a:rPr lang="en-US" dirty="0" smtClean="0"/>
            <a:t>Indicator 1</a:t>
          </a:r>
          <a:endParaRPr lang="en-US" dirty="0"/>
        </a:p>
      </dgm:t>
    </dgm:pt>
    <dgm:pt modelId="{4236D4C9-1640-4CEE-A1CB-0369142ABCAB}" type="parTrans" cxnId="{496CA3D3-0563-4B51-BC62-27B6617DED16}">
      <dgm:prSet/>
      <dgm:spPr/>
      <dgm:t>
        <a:bodyPr/>
        <a:lstStyle/>
        <a:p>
          <a:endParaRPr lang="en-US"/>
        </a:p>
      </dgm:t>
    </dgm:pt>
    <dgm:pt modelId="{3E80794D-2634-4E9D-8A26-F67F8D94E53D}" type="sibTrans" cxnId="{496CA3D3-0563-4B51-BC62-27B6617DED16}">
      <dgm:prSet/>
      <dgm:spPr/>
      <dgm:t>
        <a:bodyPr/>
        <a:lstStyle/>
        <a:p>
          <a:endParaRPr lang="en-US"/>
        </a:p>
      </dgm:t>
    </dgm:pt>
    <dgm:pt modelId="{AF629CDB-3B6E-4875-B413-AC4AC1FC4BDF}">
      <dgm:prSet phldrT="[Текст]"/>
      <dgm:spPr/>
      <dgm:t>
        <a:bodyPr/>
        <a:lstStyle/>
        <a:p>
          <a:r>
            <a:rPr lang="en-US" dirty="0" smtClean="0"/>
            <a:t>Indicator 2</a:t>
          </a:r>
          <a:endParaRPr lang="en-US" dirty="0"/>
        </a:p>
      </dgm:t>
    </dgm:pt>
    <dgm:pt modelId="{17832E55-6897-4241-8D8B-62D85424510F}" type="parTrans" cxnId="{FF64F7E4-5880-4BAA-A573-ECE4CF6C9976}">
      <dgm:prSet/>
      <dgm:spPr/>
      <dgm:t>
        <a:bodyPr/>
        <a:lstStyle/>
        <a:p>
          <a:endParaRPr lang="en-US"/>
        </a:p>
      </dgm:t>
    </dgm:pt>
    <dgm:pt modelId="{CE0ECF27-8D07-417F-829C-135CE3F3C4D8}" type="sibTrans" cxnId="{FF64F7E4-5880-4BAA-A573-ECE4CF6C9976}">
      <dgm:prSet/>
      <dgm:spPr/>
      <dgm:t>
        <a:bodyPr/>
        <a:lstStyle/>
        <a:p>
          <a:endParaRPr lang="en-US"/>
        </a:p>
      </dgm:t>
    </dgm:pt>
    <dgm:pt modelId="{5492A103-8169-4F6D-860B-2485DE7A5E01}">
      <dgm:prSet phldrT="[Текст]"/>
      <dgm:spPr/>
      <dgm:t>
        <a:bodyPr/>
        <a:lstStyle/>
        <a:p>
          <a:r>
            <a:rPr lang="en-US" dirty="0" smtClean="0"/>
            <a:t>Indicator 3</a:t>
          </a:r>
          <a:endParaRPr lang="en-US" dirty="0"/>
        </a:p>
      </dgm:t>
    </dgm:pt>
    <dgm:pt modelId="{952FFDFE-76AA-470F-9165-0F226ED11C14}" type="parTrans" cxnId="{00DC3F3C-4CFA-4C08-9CF1-8876FEE8E90E}">
      <dgm:prSet/>
      <dgm:spPr/>
      <dgm:t>
        <a:bodyPr/>
        <a:lstStyle/>
        <a:p>
          <a:endParaRPr lang="en-US"/>
        </a:p>
      </dgm:t>
    </dgm:pt>
    <dgm:pt modelId="{346CD544-F5C3-48C1-9902-1446CBEB7F26}" type="sibTrans" cxnId="{00DC3F3C-4CFA-4C08-9CF1-8876FEE8E90E}">
      <dgm:prSet/>
      <dgm:spPr/>
      <dgm:t>
        <a:bodyPr/>
        <a:lstStyle/>
        <a:p>
          <a:endParaRPr lang="en-US"/>
        </a:p>
      </dgm:t>
    </dgm:pt>
    <dgm:pt modelId="{C76445E4-EAE8-40C9-A624-F1E533956828}">
      <dgm:prSet/>
      <dgm:spPr/>
      <dgm:t>
        <a:bodyPr/>
        <a:lstStyle/>
        <a:p>
          <a:r>
            <a:rPr lang="en-US" smtClean="0"/>
            <a:t>Indicator 2</a:t>
          </a:r>
          <a:endParaRPr lang="en-US" dirty="0"/>
        </a:p>
      </dgm:t>
    </dgm:pt>
    <dgm:pt modelId="{EA89C9AD-BD6A-4BE7-AC4D-5B699FFF0993}" type="parTrans" cxnId="{258F7D4E-7F4D-4912-BC5A-E6C60E871A81}">
      <dgm:prSet/>
      <dgm:spPr/>
      <dgm:t>
        <a:bodyPr/>
        <a:lstStyle/>
        <a:p>
          <a:endParaRPr lang="en-US"/>
        </a:p>
      </dgm:t>
    </dgm:pt>
    <dgm:pt modelId="{E59A521F-9CF4-45EF-B010-D2635C8E6E04}" type="sibTrans" cxnId="{258F7D4E-7F4D-4912-BC5A-E6C60E871A81}">
      <dgm:prSet/>
      <dgm:spPr/>
      <dgm:t>
        <a:bodyPr/>
        <a:lstStyle/>
        <a:p>
          <a:endParaRPr lang="en-US"/>
        </a:p>
      </dgm:t>
    </dgm:pt>
    <dgm:pt modelId="{E95F1A17-62E9-4EDF-94C2-8DD02A01F3BF}">
      <dgm:prSet/>
      <dgm:spPr/>
      <dgm:t>
        <a:bodyPr/>
        <a:lstStyle/>
        <a:p>
          <a:r>
            <a:rPr lang="en-US" dirty="0" smtClean="0"/>
            <a:t>Indicator 3</a:t>
          </a:r>
          <a:endParaRPr lang="en-US" dirty="0"/>
        </a:p>
      </dgm:t>
    </dgm:pt>
    <dgm:pt modelId="{EE2A7A81-2A1A-44C9-BF11-26C0CF0E5E19}" type="parTrans" cxnId="{30FD4944-9477-4692-8FBC-66E292C9B923}">
      <dgm:prSet/>
      <dgm:spPr/>
      <dgm:t>
        <a:bodyPr/>
        <a:lstStyle/>
        <a:p>
          <a:endParaRPr lang="en-US"/>
        </a:p>
      </dgm:t>
    </dgm:pt>
    <dgm:pt modelId="{47B622FE-45A9-43CE-B6DA-ACC403E5CB76}" type="sibTrans" cxnId="{30FD4944-9477-4692-8FBC-66E292C9B923}">
      <dgm:prSet/>
      <dgm:spPr/>
      <dgm:t>
        <a:bodyPr/>
        <a:lstStyle/>
        <a:p>
          <a:endParaRPr lang="en-US"/>
        </a:p>
      </dgm:t>
    </dgm:pt>
    <dgm:pt modelId="{34816CB6-2275-4B62-9FE2-75165513141F}">
      <dgm:prSet/>
      <dgm:spPr/>
      <dgm:t>
        <a:bodyPr/>
        <a:lstStyle/>
        <a:p>
          <a:r>
            <a:rPr lang="en-US" smtClean="0"/>
            <a:t>Indicator 2</a:t>
          </a:r>
          <a:endParaRPr lang="en-US" dirty="0"/>
        </a:p>
      </dgm:t>
    </dgm:pt>
    <dgm:pt modelId="{121E58B2-A3C5-4653-A48B-883959FAC941}" type="parTrans" cxnId="{F38AFA49-2501-4BA0-9A4E-B4F8EF0C8B2C}">
      <dgm:prSet/>
      <dgm:spPr/>
      <dgm:t>
        <a:bodyPr/>
        <a:lstStyle/>
        <a:p>
          <a:endParaRPr lang="en-US"/>
        </a:p>
      </dgm:t>
    </dgm:pt>
    <dgm:pt modelId="{20AEAA99-6D44-49AD-A75C-03273B4AAB09}" type="sibTrans" cxnId="{F38AFA49-2501-4BA0-9A4E-B4F8EF0C8B2C}">
      <dgm:prSet/>
      <dgm:spPr/>
      <dgm:t>
        <a:bodyPr/>
        <a:lstStyle/>
        <a:p>
          <a:endParaRPr lang="en-US"/>
        </a:p>
      </dgm:t>
    </dgm:pt>
    <dgm:pt modelId="{7765773D-A3AA-4469-83F0-0FCEB9D6FA79}">
      <dgm:prSet/>
      <dgm:spPr/>
      <dgm:t>
        <a:bodyPr/>
        <a:lstStyle/>
        <a:p>
          <a:r>
            <a:rPr lang="en-US" dirty="0" smtClean="0"/>
            <a:t>Indicator 3</a:t>
          </a:r>
          <a:endParaRPr lang="en-US" dirty="0"/>
        </a:p>
      </dgm:t>
    </dgm:pt>
    <dgm:pt modelId="{A48FB36B-EB42-48AF-ABA1-B5EF6D67A403}" type="parTrans" cxnId="{5C525744-651E-4D54-A266-00237CEE4CDE}">
      <dgm:prSet/>
      <dgm:spPr/>
      <dgm:t>
        <a:bodyPr/>
        <a:lstStyle/>
        <a:p>
          <a:endParaRPr lang="en-US"/>
        </a:p>
      </dgm:t>
    </dgm:pt>
    <dgm:pt modelId="{7F05D421-6933-4AAE-877E-9E02238BEFEC}" type="sibTrans" cxnId="{5C525744-651E-4D54-A266-00237CEE4CDE}">
      <dgm:prSet/>
      <dgm:spPr/>
      <dgm:t>
        <a:bodyPr/>
        <a:lstStyle/>
        <a:p>
          <a:endParaRPr lang="en-US"/>
        </a:p>
      </dgm:t>
    </dgm:pt>
    <dgm:pt modelId="{BFCA884B-1F11-4E88-9AD9-8B416C749DD0}">
      <dgm:prSet/>
      <dgm:spPr/>
      <dgm:t>
        <a:bodyPr/>
        <a:lstStyle/>
        <a:p>
          <a:r>
            <a:rPr lang="en-US" smtClean="0"/>
            <a:t>Indicator 2</a:t>
          </a:r>
          <a:endParaRPr lang="en-US" dirty="0"/>
        </a:p>
      </dgm:t>
    </dgm:pt>
    <dgm:pt modelId="{372EB7DA-C2D5-4283-9706-A6EB836158FE}" type="parTrans" cxnId="{5565C040-8402-4D8D-A25B-F3FDBC9951E3}">
      <dgm:prSet/>
      <dgm:spPr/>
      <dgm:t>
        <a:bodyPr/>
        <a:lstStyle/>
        <a:p>
          <a:endParaRPr lang="en-US"/>
        </a:p>
      </dgm:t>
    </dgm:pt>
    <dgm:pt modelId="{24DEA6AB-178C-4DF8-9B76-7A3DF7114F6F}" type="sibTrans" cxnId="{5565C040-8402-4D8D-A25B-F3FDBC9951E3}">
      <dgm:prSet/>
      <dgm:spPr/>
      <dgm:t>
        <a:bodyPr/>
        <a:lstStyle/>
        <a:p>
          <a:endParaRPr lang="en-US"/>
        </a:p>
      </dgm:t>
    </dgm:pt>
    <dgm:pt modelId="{7E91968B-04F3-44FF-BF7D-9D45534B8C68}">
      <dgm:prSet/>
      <dgm:spPr/>
      <dgm:t>
        <a:bodyPr/>
        <a:lstStyle/>
        <a:p>
          <a:r>
            <a:rPr lang="en-US" dirty="0" smtClean="0"/>
            <a:t>Indicator 3</a:t>
          </a:r>
          <a:endParaRPr lang="en-US" dirty="0"/>
        </a:p>
      </dgm:t>
    </dgm:pt>
    <dgm:pt modelId="{66B555AE-735F-466F-91B9-CB9B6DACBF05}" type="parTrans" cxnId="{B2C0F910-86CA-480E-9135-8523202EB7E1}">
      <dgm:prSet/>
      <dgm:spPr/>
      <dgm:t>
        <a:bodyPr/>
        <a:lstStyle/>
        <a:p>
          <a:endParaRPr lang="en-US"/>
        </a:p>
      </dgm:t>
    </dgm:pt>
    <dgm:pt modelId="{23793ED3-FEDD-424F-8848-E70BBC80868E}" type="sibTrans" cxnId="{B2C0F910-86CA-480E-9135-8523202EB7E1}">
      <dgm:prSet/>
      <dgm:spPr/>
      <dgm:t>
        <a:bodyPr/>
        <a:lstStyle/>
        <a:p>
          <a:endParaRPr lang="en-US"/>
        </a:p>
      </dgm:t>
    </dgm:pt>
    <dgm:pt modelId="{4DF0A5DD-950D-4AB7-93BD-8BB977C61A39}" type="pres">
      <dgm:prSet presAssocID="{DDCF633F-FE7B-48E3-B00E-3B8F3F01AA8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5CF186-DB77-42ED-87F5-AA506E3D1918}" type="pres">
      <dgm:prSet presAssocID="{DDCF633F-FE7B-48E3-B00E-3B8F3F01AA8B}" presName="children" presStyleCnt="0"/>
      <dgm:spPr/>
      <dgm:t>
        <a:bodyPr/>
        <a:lstStyle/>
        <a:p>
          <a:endParaRPr lang="en-US"/>
        </a:p>
      </dgm:t>
    </dgm:pt>
    <dgm:pt modelId="{F73E1A05-A7D4-4C39-965F-86F16D9B2718}" type="pres">
      <dgm:prSet presAssocID="{DDCF633F-FE7B-48E3-B00E-3B8F3F01AA8B}" presName="child1group" presStyleCnt="0"/>
      <dgm:spPr/>
      <dgm:t>
        <a:bodyPr/>
        <a:lstStyle/>
        <a:p>
          <a:endParaRPr lang="en-US"/>
        </a:p>
      </dgm:t>
    </dgm:pt>
    <dgm:pt modelId="{A342CFD0-13C3-487B-BB5F-D7BDC1882A4D}" type="pres">
      <dgm:prSet presAssocID="{DDCF633F-FE7B-48E3-B00E-3B8F3F01AA8B}" presName="child1" presStyleLbl="bgAcc1" presStyleIdx="0" presStyleCnt="4"/>
      <dgm:spPr/>
      <dgm:t>
        <a:bodyPr/>
        <a:lstStyle/>
        <a:p>
          <a:endParaRPr lang="en-US"/>
        </a:p>
      </dgm:t>
    </dgm:pt>
    <dgm:pt modelId="{EA360337-EDCF-4870-8EC8-250164545963}" type="pres">
      <dgm:prSet presAssocID="{DDCF633F-FE7B-48E3-B00E-3B8F3F01AA8B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ECDA70-A1FB-47DE-93C4-683CA5DA7616}" type="pres">
      <dgm:prSet presAssocID="{DDCF633F-FE7B-48E3-B00E-3B8F3F01AA8B}" presName="child2group" presStyleCnt="0"/>
      <dgm:spPr/>
      <dgm:t>
        <a:bodyPr/>
        <a:lstStyle/>
        <a:p>
          <a:endParaRPr lang="en-US"/>
        </a:p>
      </dgm:t>
    </dgm:pt>
    <dgm:pt modelId="{85B27527-81AA-4CC5-8A1C-02D6E933D856}" type="pres">
      <dgm:prSet presAssocID="{DDCF633F-FE7B-48E3-B00E-3B8F3F01AA8B}" presName="child2" presStyleLbl="bgAcc1" presStyleIdx="1" presStyleCnt="4"/>
      <dgm:spPr/>
      <dgm:t>
        <a:bodyPr/>
        <a:lstStyle/>
        <a:p>
          <a:endParaRPr lang="en-US"/>
        </a:p>
      </dgm:t>
    </dgm:pt>
    <dgm:pt modelId="{60EE5B04-9416-4F7D-8450-1A45C601222D}" type="pres">
      <dgm:prSet presAssocID="{DDCF633F-FE7B-48E3-B00E-3B8F3F01AA8B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364690-373C-48EF-A283-CD55D3BD1FAE}" type="pres">
      <dgm:prSet presAssocID="{DDCF633F-FE7B-48E3-B00E-3B8F3F01AA8B}" presName="child3group" presStyleCnt="0"/>
      <dgm:spPr/>
      <dgm:t>
        <a:bodyPr/>
        <a:lstStyle/>
        <a:p>
          <a:endParaRPr lang="en-US"/>
        </a:p>
      </dgm:t>
    </dgm:pt>
    <dgm:pt modelId="{CA1AF6B5-0CEE-48E1-8980-5974BB093ACF}" type="pres">
      <dgm:prSet presAssocID="{DDCF633F-FE7B-48E3-B00E-3B8F3F01AA8B}" presName="child3" presStyleLbl="bgAcc1" presStyleIdx="2" presStyleCnt="4"/>
      <dgm:spPr/>
      <dgm:t>
        <a:bodyPr/>
        <a:lstStyle/>
        <a:p>
          <a:endParaRPr lang="en-US"/>
        </a:p>
      </dgm:t>
    </dgm:pt>
    <dgm:pt modelId="{F7DDD6F5-4FA0-439F-BCBB-71A1915435AF}" type="pres">
      <dgm:prSet presAssocID="{DDCF633F-FE7B-48E3-B00E-3B8F3F01AA8B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0D576E-2AF5-45A9-819D-6728342BC602}" type="pres">
      <dgm:prSet presAssocID="{DDCF633F-FE7B-48E3-B00E-3B8F3F01AA8B}" presName="child4group" presStyleCnt="0"/>
      <dgm:spPr/>
      <dgm:t>
        <a:bodyPr/>
        <a:lstStyle/>
        <a:p>
          <a:endParaRPr lang="en-US"/>
        </a:p>
      </dgm:t>
    </dgm:pt>
    <dgm:pt modelId="{6C15E08F-2EC6-42F8-B710-BDB2237FA98A}" type="pres">
      <dgm:prSet presAssocID="{DDCF633F-FE7B-48E3-B00E-3B8F3F01AA8B}" presName="child4" presStyleLbl="bgAcc1" presStyleIdx="3" presStyleCnt="4"/>
      <dgm:spPr/>
      <dgm:t>
        <a:bodyPr/>
        <a:lstStyle/>
        <a:p>
          <a:endParaRPr lang="en-US"/>
        </a:p>
      </dgm:t>
    </dgm:pt>
    <dgm:pt modelId="{4C0F27F1-4B79-40D2-9D08-2E4966D9D8EE}" type="pres">
      <dgm:prSet presAssocID="{DDCF633F-FE7B-48E3-B00E-3B8F3F01AA8B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1A4A5C-B7D1-4F06-9DF3-ED4BA95C6773}" type="pres">
      <dgm:prSet presAssocID="{DDCF633F-FE7B-48E3-B00E-3B8F3F01AA8B}" presName="childPlaceholder" presStyleCnt="0"/>
      <dgm:spPr/>
      <dgm:t>
        <a:bodyPr/>
        <a:lstStyle/>
        <a:p>
          <a:endParaRPr lang="en-US"/>
        </a:p>
      </dgm:t>
    </dgm:pt>
    <dgm:pt modelId="{39D15673-568F-4993-8340-3CC052D989B3}" type="pres">
      <dgm:prSet presAssocID="{DDCF633F-FE7B-48E3-B00E-3B8F3F01AA8B}" presName="circle" presStyleCnt="0"/>
      <dgm:spPr/>
      <dgm:t>
        <a:bodyPr/>
        <a:lstStyle/>
        <a:p>
          <a:endParaRPr lang="en-US"/>
        </a:p>
      </dgm:t>
    </dgm:pt>
    <dgm:pt modelId="{653056F4-AFDF-4DB4-A2E6-12F7CC7677BA}" type="pres">
      <dgm:prSet presAssocID="{DDCF633F-FE7B-48E3-B00E-3B8F3F01AA8B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26651-FE1F-421A-9EB5-76EE87C5AEC7}" type="pres">
      <dgm:prSet presAssocID="{DDCF633F-FE7B-48E3-B00E-3B8F3F01AA8B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6B55BF-D9D5-4ED8-9EA6-FC666662B926}" type="pres">
      <dgm:prSet presAssocID="{DDCF633F-FE7B-48E3-B00E-3B8F3F01AA8B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D0F67B-079D-487C-84AA-A2AD3FC91E2F}" type="pres">
      <dgm:prSet presAssocID="{DDCF633F-FE7B-48E3-B00E-3B8F3F01AA8B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F55FCE-83C8-4FD3-A00F-0BC5C4710C57}" type="pres">
      <dgm:prSet presAssocID="{DDCF633F-FE7B-48E3-B00E-3B8F3F01AA8B}" presName="quadrantPlaceholder" presStyleCnt="0"/>
      <dgm:spPr/>
      <dgm:t>
        <a:bodyPr/>
        <a:lstStyle/>
        <a:p>
          <a:endParaRPr lang="en-US"/>
        </a:p>
      </dgm:t>
    </dgm:pt>
    <dgm:pt modelId="{CEA6DE45-34A3-4AFD-83FA-17DF30B5911B}" type="pres">
      <dgm:prSet presAssocID="{DDCF633F-FE7B-48E3-B00E-3B8F3F01AA8B}" presName="center1" presStyleLbl="fgShp" presStyleIdx="0" presStyleCnt="2"/>
      <dgm:spPr/>
      <dgm:t>
        <a:bodyPr/>
        <a:lstStyle/>
        <a:p>
          <a:endParaRPr lang="en-US"/>
        </a:p>
      </dgm:t>
    </dgm:pt>
    <dgm:pt modelId="{0F6192BC-413D-4C8F-90F7-3553F904C021}" type="pres">
      <dgm:prSet presAssocID="{DDCF633F-FE7B-48E3-B00E-3B8F3F01AA8B}" presName="center2" presStyleLbl="fgShp" presStyleIdx="1" presStyleCnt="2"/>
      <dgm:spPr/>
      <dgm:t>
        <a:bodyPr/>
        <a:lstStyle/>
        <a:p>
          <a:endParaRPr lang="en-US"/>
        </a:p>
      </dgm:t>
    </dgm:pt>
  </dgm:ptLst>
  <dgm:cxnLst>
    <dgm:cxn modelId="{30FD4944-9477-4692-8FBC-66E292C9B923}" srcId="{2F96B966-08F6-46A6-89D6-DEF5B19B314E}" destId="{E95F1A17-62E9-4EDF-94C2-8DD02A01F3BF}" srcOrd="2" destOrd="0" parTransId="{EE2A7A81-2A1A-44C9-BF11-26C0CF0E5E19}" sibTransId="{47B622FE-45A9-43CE-B6DA-ACC403E5CB76}"/>
    <dgm:cxn modelId="{EF1FEA24-53A1-4460-A33E-F42156E24FAB}" type="presOf" srcId="{DE3BC994-31E2-42CE-A6D6-1212BBF837B3}" destId="{85B27527-81AA-4CC5-8A1C-02D6E933D856}" srcOrd="0" destOrd="0" presId="urn:microsoft.com/office/officeart/2005/8/layout/cycle4"/>
    <dgm:cxn modelId="{78F64F5E-08B5-4020-88C7-4C40A9204BE6}" type="presOf" srcId="{DE3BC994-31E2-42CE-A6D6-1212BBF837B3}" destId="{60EE5B04-9416-4F7D-8450-1A45C601222D}" srcOrd="1" destOrd="0" presId="urn:microsoft.com/office/officeart/2005/8/layout/cycle4"/>
    <dgm:cxn modelId="{DA792409-6506-46E8-BA75-BDD88E0473CD}" type="presOf" srcId="{C571C3B6-F572-429C-B8A0-DDEFF63D771E}" destId="{406B55BF-D9D5-4ED8-9EA6-FC666662B926}" srcOrd="0" destOrd="0" presId="urn:microsoft.com/office/officeart/2005/8/layout/cycle4"/>
    <dgm:cxn modelId="{FF64F7E4-5880-4BAA-A573-ECE4CF6C9976}" srcId="{FFC5429F-740B-4BAE-95DC-62595958739B}" destId="{AF629CDB-3B6E-4875-B413-AC4AC1FC4BDF}" srcOrd="1" destOrd="0" parTransId="{17832E55-6897-4241-8D8B-62D85424510F}" sibTransId="{CE0ECF27-8D07-417F-829C-135CE3F3C4D8}"/>
    <dgm:cxn modelId="{18C4B244-CE1A-4EA2-B4C0-6FA88BF506E2}" type="presOf" srcId="{2F96B966-08F6-46A6-89D6-DEF5B19B314E}" destId="{49C26651-FE1F-421A-9EB5-76EE87C5AEC7}" srcOrd="0" destOrd="0" presId="urn:microsoft.com/office/officeart/2005/8/layout/cycle4"/>
    <dgm:cxn modelId="{23525157-2A21-46C7-9756-EB65633A58EF}" type="presOf" srcId="{23B8A7F4-CC50-4F32-ACBE-BD0E4D77F661}" destId="{4C0F27F1-4B79-40D2-9D08-2E4966D9D8EE}" srcOrd="1" destOrd="0" presId="urn:microsoft.com/office/officeart/2005/8/layout/cycle4"/>
    <dgm:cxn modelId="{4A76F81D-EC7B-4BE9-9453-0C29A0AC4E2C}" type="presOf" srcId="{5492A103-8169-4F6D-860B-2485DE7A5E01}" destId="{A342CFD0-13C3-487B-BB5F-D7BDC1882A4D}" srcOrd="0" destOrd="2" presId="urn:microsoft.com/office/officeart/2005/8/layout/cycle4"/>
    <dgm:cxn modelId="{7BFC0E9E-C8CA-4923-B069-98F05308CE74}" type="presOf" srcId="{DDCF633F-FE7B-48E3-B00E-3B8F3F01AA8B}" destId="{4DF0A5DD-950D-4AB7-93BD-8BB977C61A39}" srcOrd="0" destOrd="0" presId="urn:microsoft.com/office/officeart/2005/8/layout/cycle4"/>
    <dgm:cxn modelId="{601BEFB6-7949-4643-9232-C18A951E83F1}" srcId="{DDCF633F-FE7B-48E3-B00E-3B8F3F01AA8B}" destId="{C571C3B6-F572-429C-B8A0-DDEFF63D771E}" srcOrd="2" destOrd="0" parTransId="{0B20B126-550C-4AA9-9DDA-4EAD5505A052}" sibTransId="{94C5EB12-F6C1-430D-8D0C-3024E82DD958}"/>
    <dgm:cxn modelId="{5C525744-651E-4D54-A266-00237CEE4CDE}" srcId="{C571C3B6-F572-429C-B8A0-DDEFF63D771E}" destId="{7765773D-A3AA-4469-83F0-0FCEB9D6FA79}" srcOrd="2" destOrd="0" parTransId="{A48FB36B-EB42-48AF-ABA1-B5EF6D67A403}" sibTransId="{7F05D421-6933-4AAE-877E-9E02238BEFEC}"/>
    <dgm:cxn modelId="{6A7EE8BE-3E1B-489D-B88C-8F46572A6E92}" type="presOf" srcId="{23B8A7F4-CC50-4F32-ACBE-BD0E4D77F661}" destId="{6C15E08F-2EC6-42F8-B710-BDB2237FA98A}" srcOrd="0" destOrd="0" presId="urn:microsoft.com/office/officeart/2005/8/layout/cycle4"/>
    <dgm:cxn modelId="{00DC3F3C-4CFA-4C08-9CF1-8876FEE8E90E}" srcId="{FFC5429F-740B-4BAE-95DC-62595958739B}" destId="{5492A103-8169-4F6D-860B-2485DE7A5E01}" srcOrd="2" destOrd="0" parTransId="{952FFDFE-76AA-470F-9165-0F226ED11C14}" sibTransId="{346CD544-F5C3-48C1-9902-1446CBEB7F26}"/>
    <dgm:cxn modelId="{FDA5A837-7E0B-4189-B917-5DDDB678F320}" type="presOf" srcId="{7765773D-A3AA-4469-83F0-0FCEB9D6FA79}" destId="{F7DDD6F5-4FA0-439F-BCBB-71A1915435AF}" srcOrd="1" destOrd="2" presId="urn:microsoft.com/office/officeart/2005/8/layout/cycle4"/>
    <dgm:cxn modelId="{6BEA8950-1737-4C99-881A-02C1BA64641A}" type="presOf" srcId="{8FFFF72A-1AB4-42C6-A103-8C807B69A277}" destId="{F9D0F67B-079D-487C-84AA-A2AD3FC91E2F}" srcOrd="0" destOrd="0" presId="urn:microsoft.com/office/officeart/2005/8/layout/cycle4"/>
    <dgm:cxn modelId="{29383598-55C1-46FE-B277-CEC9AAA9D8B4}" srcId="{2F96B966-08F6-46A6-89D6-DEF5B19B314E}" destId="{DE3BC994-31E2-42CE-A6D6-1212BBF837B3}" srcOrd="0" destOrd="0" parTransId="{03AD576E-498B-43DD-AA4E-629868BE8C18}" sibTransId="{F3991B9D-E823-4862-ADF4-E72CFAAC8A45}"/>
    <dgm:cxn modelId="{E3860012-46C5-4DB3-B7F4-183A0F557552}" type="presOf" srcId="{E95F1A17-62E9-4EDF-94C2-8DD02A01F3BF}" destId="{85B27527-81AA-4CC5-8A1C-02D6E933D856}" srcOrd="0" destOrd="2" presId="urn:microsoft.com/office/officeart/2005/8/layout/cycle4"/>
    <dgm:cxn modelId="{94357A51-DB0B-4F3E-9679-8665743DFB26}" type="presOf" srcId="{7017EA7A-9F69-4AD1-B739-45599DEC0878}" destId="{EA360337-EDCF-4870-8EC8-250164545963}" srcOrd="1" destOrd="0" presId="urn:microsoft.com/office/officeart/2005/8/layout/cycle4"/>
    <dgm:cxn modelId="{62EE9C7F-2413-4273-8D4E-5BC3BAB15473}" type="presOf" srcId="{AF629CDB-3B6E-4875-B413-AC4AC1FC4BDF}" destId="{EA360337-EDCF-4870-8EC8-250164545963}" srcOrd="1" destOrd="1" presId="urn:microsoft.com/office/officeart/2005/8/layout/cycle4"/>
    <dgm:cxn modelId="{7D0E629A-15F8-4DC8-B3A7-383A7A97592A}" type="presOf" srcId="{BFCA884B-1F11-4E88-9AD9-8B416C749DD0}" destId="{4C0F27F1-4B79-40D2-9D08-2E4966D9D8EE}" srcOrd="1" destOrd="1" presId="urn:microsoft.com/office/officeart/2005/8/layout/cycle4"/>
    <dgm:cxn modelId="{36F3D2F4-CCE4-4495-BA78-D7CD6EAEEA1D}" type="presOf" srcId="{34816CB6-2275-4B62-9FE2-75165513141F}" destId="{CA1AF6B5-0CEE-48E1-8980-5974BB093ACF}" srcOrd="0" destOrd="1" presId="urn:microsoft.com/office/officeart/2005/8/layout/cycle4"/>
    <dgm:cxn modelId="{6855B147-6069-48B4-80A4-7783F0F2D7E9}" type="presOf" srcId="{C76445E4-EAE8-40C9-A624-F1E533956828}" destId="{60EE5B04-9416-4F7D-8450-1A45C601222D}" srcOrd="1" destOrd="1" presId="urn:microsoft.com/office/officeart/2005/8/layout/cycle4"/>
    <dgm:cxn modelId="{5565C040-8402-4D8D-A25B-F3FDBC9951E3}" srcId="{8FFFF72A-1AB4-42C6-A103-8C807B69A277}" destId="{BFCA884B-1F11-4E88-9AD9-8B416C749DD0}" srcOrd="1" destOrd="0" parTransId="{372EB7DA-C2D5-4283-9706-A6EB836158FE}" sibTransId="{24DEA6AB-178C-4DF8-9B76-7A3DF7114F6F}"/>
    <dgm:cxn modelId="{496CA3D3-0563-4B51-BC62-27B6617DED16}" srcId="{8FFFF72A-1AB4-42C6-A103-8C807B69A277}" destId="{23B8A7F4-CC50-4F32-ACBE-BD0E4D77F661}" srcOrd="0" destOrd="0" parTransId="{4236D4C9-1640-4CEE-A1CB-0369142ABCAB}" sibTransId="{3E80794D-2634-4E9D-8A26-F67F8D94E53D}"/>
    <dgm:cxn modelId="{0C4A2C48-9341-4B70-84CB-6F147B0829FF}" type="presOf" srcId="{7E91968B-04F3-44FF-BF7D-9D45534B8C68}" destId="{4C0F27F1-4B79-40D2-9D08-2E4966D9D8EE}" srcOrd="1" destOrd="2" presId="urn:microsoft.com/office/officeart/2005/8/layout/cycle4"/>
    <dgm:cxn modelId="{7232D905-D4A9-41F5-8C65-4AC9848EAC57}" type="presOf" srcId="{4D932741-1CBB-4D2D-ACA4-301517D440A4}" destId="{CA1AF6B5-0CEE-48E1-8980-5974BB093ACF}" srcOrd="0" destOrd="0" presId="urn:microsoft.com/office/officeart/2005/8/layout/cycle4"/>
    <dgm:cxn modelId="{7C0D132B-A23C-4B41-8E61-624FF0946B1D}" type="presOf" srcId="{7E91968B-04F3-44FF-BF7D-9D45534B8C68}" destId="{6C15E08F-2EC6-42F8-B710-BDB2237FA98A}" srcOrd="0" destOrd="2" presId="urn:microsoft.com/office/officeart/2005/8/layout/cycle4"/>
    <dgm:cxn modelId="{AC60AC9D-6508-4861-BAEA-3DFFAFF48995}" type="presOf" srcId="{BFCA884B-1F11-4E88-9AD9-8B416C749DD0}" destId="{6C15E08F-2EC6-42F8-B710-BDB2237FA98A}" srcOrd="0" destOrd="1" presId="urn:microsoft.com/office/officeart/2005/8/layout/cycle4"/>
    <dgm:cxn modelId="{F38AFA49-2501-4BA0-9A4E-B4F8EF0C8B2C}" srcId="{C571C3B6-F572-429C-B8A0-DDEFF63D771E}" destId="{34816CB6-2275-4B62-9FE2-75165513141F}" srcOrd="1" destOrd="0" parTransId="{121E58B2-A3C5-4653-A48B-883959FAC941}" sibTransId="{20AEAA99-6D44-49AD-A75C-03273B4AAB09}"/>
    <dgm:cxn modelId="{5798AD91-C180-49B1-ABCF-FA8E1DB6C027}" srcId="{DDCF633F-FE7B-48E3-B00E-3B8F3F01AA8B}" destId="{FFC5429F-740B-4BAE-95DC-62595958739B}" srcOrd="0" destOrd="0" parTransId="{DEC1AA53-7670-414F-99B4-D30E9F7F5749}" sibTransId="{7CB8C440-F19E-4E28-9506-09DF7A8914BD}"/>
    <dgm:cxn modelId="{92F64803-8FE0-4AFE-9387-D2BC12D36D95}" type="presOf" srcId="{E95F1A17-62E9-4EDF-94C2-8DD02A01F3BF}" destId="{60EE5B04-9416-4F7D-8450-1A45C601222D}" srcOrd="1" destOrd="2" presId="urn:microsoft.com/office/officeart/2005/8/layout/cycle4"/>
    <dgm:cxn modelId="{55372889-B0D1-41AD-AABE-FE964BACA665}" type="presOf" srcId="{4D932741-1CBB-4D2D-ACA4-301517D440A4}" destId="{F7DDD6F5-4FA0-439F-BCBB-71A1915435AF}" srcOrd="1" destOrd="0" presId="urn:microsoft.com/office/officeart/2005/8/layout/cycle4"/>
    <dgm:cxn modelId="{DD989F4E-C02E-4C96-9B8F-4D600B264295}" srcId="{C571C3B6-F572-429C-B8A0-DDEFF63D771E}" destId="{4D932741-1CBB-4D2D-ACA4-301517D440A4}" srcOrd="0" destOrd="0" parTransId="{4B4FF781-33CE-4857-B849-2C3FDC558680}" sibTransId="{F7F0F112-C44A-4176-8391-74AA5AAE73AE}"/>
    <dgm:cxn modelId="{54EAAB0B-ECAD-47EC-9106-2CF3E84DF45C}" type="presOf" srcId="{AF629CDB-3B6E-4875-B413-AC4AC1FC4BDF}" destId="{A342CFD0-13C3-487B-BB5F-D7BDC1882A4D}" srcOrd="0" destOrd="1" presId="urn:microsoft.com/office/officeart/2005/8/layout/cycle4"/>
    <dgm:cxn modelId="{E8612091-B62B-4B0D-A842-742277CE76C3}" srcId="{FFC5429F-740B-4BAE-95DC-62595958739B}" destId="{7017EA7A-9F69-4AD1-B739-45599DEC0878}" srcOrd="0" destOrd="0" parTransId="{E3D96CCB-5284-4E83-B232-CDC51EE06DCD}" sibTransId="{5EF51475-2712-4307-A6DE-3CF8449EBBAA}"/>
    <dgm:cxn modelId="{AA502EFB-A31F-4B63-BF63-C17941F45950}" type="presOf" srcId="{5492A103-8169-4F6D-860B-2485DE7A5E01}" destId="{EA360337-EDCF-4870-8EC8-250164545963}" srcOrd="1" destOrd="2" presId="urn:microsoft.com/office/officeart/2005/8/layout/cycle4"/>
    <dgm:cxn modelId="{B9AECBC9-6A8D-47A0-B9F7-AD274BD94B09}" srcId="{DDCF633F-FE7B-48E3-B00E-3B8F3F01AA8B}" destId="{2F96B966-08F6-46A6-89D6-DEF5B19B314E}" srcOrd="1" destOrd="0" parTransId="{A45C63C4-B32C-4541-A337-E3874D1D7DF2}" sibTransId="{0A9C8DDE-C82C-4F39-848F-CA94DCE89662}"/>
    <dgm:cxn modelId="{05C53C9A-D28C-47E6-802C-C68B5CC79BBD}" type="presOf" srcId="{7017EA7A-9F69-4AD1-B739-45599DEC0878}" destId="{A342CFD0-13C3-487B-BB5F-D7BDC1882A4D}" srcOrd="0" destOrd="0" presId="urn:microsoft.com/office/officeart/2005/8/layout/cycle4"/>
    <dgm:cxn modelId="{B6CF1868-66C2-437A-B6CA-B27D84FC8C3A}" type="presOf" srcId="{7765773D-A3AA-4469-83F0-0FCEB9D6FA79}" destId="{CA1AF6B5-0CEE-48E1-8980-5974BB093ACF}" srcOrd="0" destOrd="2" presId="urn:microsoft.com/office/officeart/2005/8/layout/cycle4"/>
    <dgm:cxn modelId="{A7B1D47B-7DA9-4448-B395-27A15CC81167}" type="presOf" srcId="{34816CB6-2275-4B62-9FE2-75165513141F}" destId="{F7DDD6F5-4FA0-439F-BCBB-71A1915435AF}" srcOrd="1" destOrd="1" presId="urn:microsoft.com/office/officeart/2005/8/layout/cycle4"/>
    <dgm:cxn modelId="{83AAC853-96C0-47D3-B52C-6A0564FF3294}" type="presOf" srcId="{C76445E4-EAE8-40C9-A624-F1E533956828}" destId="{85B27527-81AA-4CC5-8A1C-02D6E933D856}" srcOrd="0" destOrd="1" presId="urn:microsoft.com/office/officeart/2005/8/layout/cycle4"/>
    <dgm:cxn modelId="{0B63F6B5-4332-4A8F-8088-C41A5E49178E}" srcId="{DDCF633F-FE7B-48E3-B00E-3B8F3F01AA8B}" destId="{8FFFF72A-1AB4-42C6-A103-8C807B69A277}" srcOrd="3" destOrd="0" parTransId="{6DF2CEC0-FBBE-4B0E-8424-5D03D08D99EE}" sibTransId="{DE929F6F-1164-495D-B918-71465E8F4261}"/>
    <dgm:cxn modelId="{B2C0F910-86CA-480E-9135-8523202EB7E1}" srcId="{8FFFF72A-1AB4-42C6-A103-8C807B69A277}" destId="{7E91968B-04F3-44FF-BF7D-9D45534B8C68}" srcOrd="2" destOrd="0" parTransId="{66B555AE-735F-466F-91B9-CB9B6DACBF05}" sibTransId="{23793ED3-FEDD-424F-8848-E70BBC80868E}"/>
    <dgm:cxn modelId="{258F7D4E-7F4D-4912-BC5A-E6C60E871A81}" srcId="{2F96B966-08F6-46A6-89D6-DEF5B19B314E}" destId="{C76445E4-EAE8-40C9-A624-F1E533956828}" srcOrd="1" destOrd="0" parTransId="{EA89C9AD-BD6A-4BE7-AC4D-5B699FFF0993}" sibTransId="{E59A521F-9CF4-45EF-B010-D2635C8E6E04}"/>
    <dgm:cxn modelId="{492D97EA-74BC-4E32-9B42-CA213516C788}" type="presOf" srcId="{FFC5429F-740B-4BAE-95DC-62595958739B}" destId="{653056F4-AFDF-4DB4-A2E6-12F7CC7677BA}" srcOrd="0" destOrd="0" presId="urn:microsoft.com/office/officeart/2005/8/layout/cycle4"/>
    <dgm:cxn modelId="{638BC825-2A28-4440-8122-E0CC5AB00D2E}" type="presParOf" srcId="{4DF0A5DD-950D-4AB7-93BD-8BB977C61A39}" destId="{965CF186-DB77-42ED-87F5-AA506E3D1918}" srcOrd="0" destOrd="0" presId="urn:microsoft.com/office/officeart/2005/8/layout/cycle4"/>
    <dgm:cxn modelId="{E4A8C264-6BBC-4A44-984D-A4724265D6DE}" type="presParOf" srcId="{965CF186-DB77-42ED-87F5-AA506E3D1918}" destId="{F73E1A05-A7D4-4C39-965F-86F16D9B2718}" srcOrd="0" destOrd="0" presId="urn:microsoft.com/office/officeart/2005/8/layout/cycle4"/>
    <dgm:cxn modelId="{A421E9A2-B07A-406E-8EDE-47E235B4D37E}" type="presParOf" srcId="{F73E1A05-A7D4-4C39-965F-86F16D9B2718}" destId="{A342CFD0-13C3-487B-BB5F-D7BDC1882A4D}" srcOrd="0" destOrd="0" presId="urn:microsoft.com/office/officeart/2005/8/layout/cycle4"/>
    <dgm:cxn modelId="{58A26161-A0EC-48F8-ADFD-11ECFB23DD72}" type="presParOf" srcId="{F73E1A05-A7D4-4C39-965F-86F16D9B2718}" destId="{EA360337-EDCF-4870-8EC8-250164545963}" srcOrd="1" destOrd="0" presId="urn:microsoft.com/office/officeart/2005/8/layout/cycle4"/>
    <dgm:cxn modelId="{9547711B-72F8-494E-8EF1-9B91BE0F7DD2}" type="presParOf" srcId="{965CF186-DB77-42ED-87F5-AA506E3D1918}" destId="{E8ECDA70-A1FB-47DE-93C4-683CA5DA7616}" srcOrd="1" destOrd="0" presId="urn:microsoft.com/office/officeart/2005/8/layout/cycle4"/>
    <dgm:cxn modelId="{4D91E86F-D6F3-43E4-8567-CE247D0C7364}" type="presParOf" srcId="{E8ECDA70-A1FB-47DE-93C4-683CA5DA7616}" destId="{85B27527-81AA-4CC5-8A1C-02D6E933D856}" srcOrd="0" destOrd="0" presId="urn:microsoft.com/office/officeart/2005/8/layout/cycle4"/>
    <dgm:cxn modelId="{2A40E2C0-57FD-4A12-83FB-373F8D1F5616}" type="presParOf" srcId="{E8ECDA70-A1FB-47DE-93C4-683CA5DA7616}" destId="{60EE5B04-9416-4F7D-8450-1A45C601222D}" srcOrd="1" destOrd="0" presId="urn:microsoft.com/office/officeart/2005/8/layout/cycle4"/>
    <dgm:cxn modelId="{29632A76-973F-43C6-8CDE-E1474A3DB28B}" type="presParOf" srcId="{965CF186-DB77-42ED-87F5-AA506E3D1918}" destId="{DE364690-373C-48EF-A283-CD55D3BD1FAE}" srcOrd="2" destOrd="0" presId="urn:microsoft.com/office/officeart/2005/8/layout/cycle4"/>
    <dgm:cxn modelId="{00A638E2-1AF5-4EC2-B4BF-91E40409788A}" type="presParOf" srcId="{DE364690-373C-48EF-A283-CD55D3BD1FAE}" destId="{CA1AF6B5-0CEE-48E1-8980-5974BB093ACF}" srcOrd="0" destOrd="0" presId="urn:microsoft.com/office/officeart/2005/8/layout/cycle4"/>
    <dgm:cxn modelId="{BFF43ECA-6FD4-4075-A707-C62B3A26F3DA}" type="presParOf" srcId="{DE364690-373C-48EF-A283-CD55D3BD1FAE}" destId="{F7DDD6F5-4FA0-439F-BCBB-71A1915435AF}" srcOrd="1" destOrd="0" presId="urn:microsoft.com/office/officeart/2005/8/layout/cycle4"/>
    <dgm:cxn modelId="{F0131E63-2D37-44FE-ADF4-D5AE489E2E0C}" type="presParOf" srcId="{965CF186-DB77-42ED-87F5-AA506E3D1918}" destId="{F40D576E-2AF5-45A9-819D-6728342BC602}" srcOrd="3" destOrd="0" presId="urn:microsoft.com/office/officeart/2005/8/layout/cycle4"/>
    <dgm:cxn modelId="{F214C925-D37D-40B9-ADB4-1CDE44FA369E}" type="presParOf" srcId="{F40D576E-2AF5-45A9-819D-6728342BC602}" destId="{6C15E08F-2EC6-42F8-B710-BDB2237FA98A}" srcOrd="0" destOrd="0" presId="urn:microsoft.com/office/officeart/2005/8/layout/cycle4"/>
    <dgm:cxn modelId="{953DC117-E803-4F28-8BCE-668205058775}" type="presParOf" srcId="{F40D576E-2AF5-45A9-819D-6728342BC602}" destId="{4C0F27F1-4B79-40D2-9D08-2E4966D9D8EE}" srcOrd="1" destOrd="0" presId="urn:microsoft.com/office/officeart/2005/8/layout/cycle4"/>
    <dgm:cxn modelId="{60AFF0A5-0D76-4484-8D6E-2FA1A02F23CC}" type="presParOf" srcId="{965CF186-DB77-42ED-87F5-AA506E3D1918}" destId="{E21A4A5C-B7D1-4F06-9DF3-ED4BA95C6773}" srcOrd="4" destOrd="0" presId="urn:microsoft.com/office/officeart/2005/8/layout/cycle4"/>
    <dgm:cxn modelId="{678D5BE9-6F43-4029-9353-63A89C56365E}" type="presParOf" srcId="{4DF0A5DD-950D-4AB7-93BD-8BB977C61A39}" destId="{39D15673-568F-4993-8340-3CC052D989B3}" srcOrd="1" destOrd="0" presId="urn:microsoft.com/office/officeart/2005/8/layout/cycle4"/>
    <dgm:cxn modelId="{AD5A692F-4316-49EC-B54D-14555B70BBB2}" type="presParOf" srcId="{39D15673-568F-4993-8340-3CC052D989B3}" destId="{653056F4-AFDF-4DB4-A2E6-12F7CC7677BA}" srcOrd="0" destOrd="0" presId="urn:microsoft.com/office/officeart/2005/8/layout/cycle4"/>
    <dgm:cxn modelId="{627AB8C0-6B98-4E61-B27D-2EA759A8C8F6}" type="presParOf" srcId="{39D15673-568F-4993-8340-3CC052D989B3}" destId="{49C26651-FE1F-421A-9EB5-76EE87C5AEC7}" srcOrd="1" destOrd="0" presId="urn:microsoft.com/office/officeart/2005/8/layout/cycle4"/>
    <dgm:cxn modelId="{844FD584-1B16-4900-B1E4-61BF3912F96D}" type="presParOf" srcId="{39D15673-568F-4993-8340-3CC052D989B3}" destId="{406B55BF-D9D5-4ED8-9EA6-FC666662B926}" srcOrd="2" destOrd="0" presId="urn:microsoft.com/office/officeart/2005/8/layout/cycle4"/>
    <dgm:cxn modelId="{BCA49169-7893-4928-A692-A0767ACAF293}" type="presParOf" srcId="{39D15673-568F-4993-8340-3CC052D989B3}" destId="{F9D0F67B-079D-487C-84AA-A2AD3FC91E2F}" srcOrd="3" destOrd="0" presId="urn:microsoft.com/office/officeart/2005/8/layout/cycle4"/>
    <dgm:cxn modelId="{3D2D7A7F-7492-45E2-8040-1A9F1B21A301}" type="presParOf" srcId="{39D15673-568F-4993-8340-3CC052D989B3}" destId="{20F55FCE-83C8-4FD3-A00F-0BC5C4710C57}" srcOrd="4" destOrd="0" presId="urn:microsoft.com/office/officeart/2005/8/layout/cycle4"/>
    <dgm:cxn modelId="{1ECC337E-B44D-4D2D-B356-FF836A0BB002}" type="presParOf" srcId="{4DF0A5DD-950D-4AB7-93BD-8BB977C61A39}" destId="{CEA6DE45-34A3-4AFD-83FA-17DF30B5911B}" srcOrd="2" destOrd="0" presId="urn:microsoft.com/office/officeart/2005/8/layout/cycle4"/>
    <dgm:cxn modelId="{C34C851C-9373-4370-AD4D-A2D7004DEC6D}" type="presParOf" srcId="{4DF0A5DD-950D-4AB7-93BD-8BB977C61A39}" destId="{0F6192BC-413D-4C8F-90F7-3553F904C021}" srcOrd="3" destOrd="0" presId="urn:microsoft.com/office/officeart/2005/8/layout/cycle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AA071FE-93A1-4F6D-8D8D-28303D9B5971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F2C5C5B-E03F-4624-BFF6-FEB4E81B3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76E58-B7B4-4D6C-84DE-41DEB754651F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0D18D-8C80-40B6-BBDE-292ABF35E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82649-EDF9-4CB9-B34F-2970F33BB2E7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2A8B5-8144-406D-AD7B-70A41F6B7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DD00B-5E92-4485-A17E-A0198B6C9652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F16F6-949A-4FFF-893E-1B69C8644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41C6B-0026-4196-9446-020919BC9AD6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DF03AD-C6A9-4AA0-ADF2-F9F3329A2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694A2-526B-4F8A-82EC-5EC55D31D666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76AF8-0248-4F2B-9416-300359C3F5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DF8EB-51F5-4A07-948E-3FC99E795264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CE7B1-C7C9-4B89-93CC-809791130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FE18F-24C0-4E6E-86E2-C521E69E7CFB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507E4-7AA1-4E73-BF1E-90B2649934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9D1AE-0C11-4367-9008-0D6413D57E6D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909631-FD2F-4AE9-AD52-83605F4E0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B2565-549E-4647-AAA6-C25B80EFE70D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02DA4-90B2-41EF-BABD-340DE95E6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92616-4835-407A-9A80-B42CA89066E7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A880-EEB3-4D9E-AE89-5730F729F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91C63-232F-4DEC-AB39-E97C6BAF446B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A5195-D0A3-4E88-A903-2F49127F0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C8CC42E-97A8-4CD0-A27F-4CEA7AF519E1}" type="datetimeFigureOut">
              <a:rPr lang="ru-RU"/>
              <a:pPr>
                <a:defRPr/>
              </a:pPr>
              <a:t>18.06.2010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CD4455-F55D-4362-BE74-D79479F79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balancedscorecardtemplates.com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balancedscorecardtemplates.com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balancedscorecardtemplates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Balanced Scorecard (BSC) Templates for Presentation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Balanced Scorecard Templates</a:t>
            </a:r>
          </a:p>
          <a:p>
            <a:r>
              <a:rPr lang="en-US" sz="2400" dirty="0" smtClean="0"/>
              <a:t>License note: you may NOT distribute the document on your own. If necessary provide link to the home page of the document.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Professional BSC Templates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More than 40 professional PowerPoint template slides for Balanced Scorecard</a:t>
            </a:r>
            <a:endParaRPr lang="en-US" dirty="0" smtClean="0"/>
          </a:p>
          <a:p>
            <a:r>
              <a:rPr lang="en-US" dirty="0" smtClean="0"/>
              <a:t>All slides are easily to edit and </a:t>
            </a:r>
            <a:r>
              <a:rPr lang="en-US" dirty="0" smtClean="0"/>
              <a:t>customize</a:t>
            </a:r>
          </a:p>
          <a:p>
            <a:r>
              <a:rPr lang="en-US" dirty="0" smtClean="0"/>
              <a:t>Learn more:</a:t>
            </a:r>
            <a:endParaRPr lang="en-US" dirty="0" smtClean="0"/>
          </a:p>
          <a:p>
            <a:pPr algn="ctr">
              <a:buNone/>
            </a:pPr>
            <a:r>
              <a:rPr lang="en-US" sz="2000" dirty="0" smtClean="0">
                <a:hlinkClick r:id="rId2"/>
              </a:rPr>
              <a:t>balancedscorecardtemplates.com</a:t>
            </a:r>
            <a:endParaRPr lang="en-US" sz="2000" dirty="0" smtClean="0"/>
          </a:p>
        </p:txBody>
      </p:sp>
      <p:pic>
        <p:nvPicPr>
          <p:cNvPr id="1026" name="Picture 2">
            <a:hlinkClick r:id="rId2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57737" y="1715294"/>
            <a:ext cx="38195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Balanced Scorecard</a:t>
            </a:r>
            <a:endParaRPr lang="en-US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785786" y="1571612"/>
          <a:ext cx="7929618" cy="4714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143375" y="3429000"/>
            <a:ext cx="1143000" cy="9286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Strategy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Арка 28"/>
          <p:cNvSpPr/>
          <p:nvPr/>
        </p:nvSpPr>
        <p:spPr>
          <a:xfrm>
            <a:off x="1500166" y="1904251"/>
            <a:ext cx="6572296" cy="4143404"/>
          </a:xfrm>
          <a:prstGeom prst="blockArc">
            <a:avLst>
              <a:gd name="adj1" fmla="val 7088"/>
              <a:gd name="adj2" fmla="val 21592912"/>
              <a:gd name="adj3" fmla="val 4641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Balanced Scorecard</a:t>
            </a:r>
            <a:endParaRPr lang="en-US" dirty="0"/>
          </a:p>
        </p:txBody>
      </p:sp>
      <p:graphicFrame>
        <p:nvGraphicFramePr>
          <p:cNvPr id="5" name="Содержимое 3"/>
          <p:cNvGraphicFramePr>
            <a:graphicFrameLocks/>
          </p:cNvGraphicFramePr>
          <p:nvPr/>
        </p:nvGraphicFramePr>
        <p:xfrm>
          <a:off x="3071802" y="1404185"/>
          <a:ext cx="314327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1"/>
                <a:gridCol w="345617"/>
                <a:gridCol w="345616"/>
                <a:gridCol w="345617"/>
                <a:gridCol w="345617"/>
                <a:gridCol w="345616"/>
                <a:gridCol w="345617"/>
              </a:tblGrid>
              <a:tr h="227643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Customer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Содержимое 3"/>
          <p:cNvGraphicFramePr>
            <a:graphicFrameLocks/>
          </p:cNvGraphicFramePr>
          <p:nvPr/>
        </p:nvGraphicFramePr>
        <p:xfrm>
          <a:off x="5786446" y="3190135"/>
          <a:ext cx="314327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1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0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Internal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3190135"/>
          <a:ext cx="31432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0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171451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Finance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Содержимое 3"/>
          <p:cNvGraphicFramePr>
            <a:graphicFrameLocks/>
          </p:cNvGraphicFramePr>
          <p:nvPr/>
        </p:nvGraphicFramePr>
        <p:xfrm>
          <a:off x="3143240" y="4904647"/>
          <a:ext cx="3143272" cy="154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0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327989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Education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4143372" y="3508688"/>
            <a:ext cx="1143000" cy="9286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Strategy</a:t>
            </a:r>
            <a:endParaRPr lang="en-US" dirty="0"/>
          </a:p>
        </p:txBody>
      </p:sp>
      <p:grpSp>
        <p:nvGrpSpPr>
          <p:cNvPr id="30" name="Группа 29"/>
          <p:cNvGrpSpPr/>
          <p:nvPr/>
        </p:nvGrpSpPr>
        <p:grpSpPr>
          <a:xfrm>
            <a:off x="5387065" y="3773072"/>
            <a:ext cx="364047" cy="461106"/>
            <a:chOff x="5387065" y="3940499"/>
            <a:chExt cx="364047" cy="461106"/>
          </a:xfrm>
        </p:grpSpPr>
        <p:sp>
          <p:nvSpPr>
            <p:cNvPr id="10" name="Стрелка вправо 9"/>
            <p:cNvSpPr/>
            <p:nvPr/>
          </p:nvSpPr>
          <p:spPr>
            <a:xfrm rot="21597125">
              <a:off x="5387065" y="3940499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Стрелка вправо 4"/>
            <p:cNvSpPr/>
            <p:nvPr/>
          </p:nvSpPr>
          <p:spPr>
            <a:xfrm rot="21597125">
              <a:off x="5387065" y="4032766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4492219" y="3061558"/>
            <a:ext cx="461106" cy="364047"/>
            <a:chOff x="4492219" y="3228985"/>
            <a:chExt cx="461106" cy="364047"/>
          </a:xfrm>
        </p:grpSpPr>
        <p:sp>
          <p:nvSpPr>
            <p:cNvPr id="16" name="Стрелка вправо 15"/>
            <p:cNvSpPr/>
            <p:nvPr/>
          </p:nvSpPr>
          <p:spPr>
            <a:xfrm rot="16248116">
              <a:off x="4540748" y="318045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трелка вправо 4"/>
            <p:cNvSpPr/>
            <p:nvPr/>
          </p:nvSpPr>
          <p:spPr>
            <a:xfrm rot="16248116">
              <a:off x="4594591" y="3327279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4488323" y="4541818"/>
            <a:ext cx="461106" cy="364047"/>
            <a:chOff x="4488323" y="4709245"/>
            <a:chExt cx="461106" cy="364047"/>
          </a:xfrm>
        </p:grpSpPr>
        <p:sp>
          <p:nvSpPr>
            <p:cNvPr id="19" name="Стрелка вправо 18"/>
            <p:cNvSpPr/>
            <p:nvPr/>
          </p:nvSpPr>
          <p:spPr>
            <a:xfrm rot="5376982">
              <a:off x="4536852" y="466071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трелка вправо 4"/>
            <p:cNvSpPr/>
            <p:nvPr/>
          </p:nvSpPr>
          <p:spPr>
            <a:xfrm rot="5376982">
              <a:off x="4591094" y="4698331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3678808" y="3773225"/>
            <a:ext cx="364047" cy="461106"/>
            <a:chOff x="3678808" y="3940652"/>
            <a:chExt cx="364047" cy="461106"/>
          </a:xfrm>
        </p:grpSpPr>
        <p:sp>
          <p:nvSpPr>
            <p:cNvPr id="22" name="Стрелка вправо 21"/>
            <p:cNvSpPr/>
            <p:nvPr/>
          </p:nvSpPr>
          <p:spPr>
            <a:xfrm rot="10851572">
              <a:off x="3678808" y="3940652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Стрелка вправо 4"/>
            <p:cNvSpPr/>
            <p:nvPr/>
          </p:nvSpPr>
          <p:spPr>
            <a:xfrm rot="10851572">
              <a:off x="3788016" y="4033692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Balanced Scorecard</a:t>
            </a:r>
            <a:endParaRPr lang="en-US" dirty="0"/>
          </a:p>
        </p:txBody>
      </p:sp>
      <p:graphicFrame>
        <p:nvGraphicFramePr>
          <p:cNvPr id="9" name="Содержимое 3"/>
          <p:cNvGraphicFramePr>
            <a:graphicFrameLocks/>
          </p:cNvGraphicFramePr>
          <p:nvPr/>
        </p:nvGraphicFramePr>
        <p:xfrm>
          <a:off x="3071802" y="1404185"/>
          <a:ext cx="314327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1"/>
                <a:gridCol w="345617"/>
                <a:gridCol w="345616"/>
                <a:gridCol w="345617"/>
                <a:gridCol w="345617"/>
                <a:gridCol w="345616"/>
                <a:gridCol w="345617"/>
              </a:tblGrid>
              <a:tr h="227643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Customer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5740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Содержимое 3"/>
          <p:cNvGraphicFramePr>
            <a:graphicFrameLocks/>
          </p:cNvGraphicFramePr>
          <p:nvPr/>
        </p:nvGraphicFramePr>
        <p:xfrm>
          <a:off x="5786446" y="3190135"/>
          <a:ext cx="314327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1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0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Internal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3190135"/>
          <a:ext cx="31432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0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171451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Finance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</a:tr>
              <a:tr h="17145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Содержимое 3"/>
          <p:cNvGraphicFramePr>
            <a:graphicFrameLocks/>
          </p:cNvGraphicFramePr>
          <p:nvPr/>
        </p:nvGraphicFramePr>
        <p:xfrm>
          <a:off x="3143240" y="4904647"/>
          <a:ext cx="3143272" cy="154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70"/>
                <a:gridCol w="345617"/>
                <a:gridCol w="345617"/>
                <a:gridCol w="345617"/>
                <a:gridCol w="345617"/>
                <a:gridCol w="345617"/>
                <a:gridCol w="345617"/>
              </a:tblGrid>
              <a:tr h="327989">
                <a:tc gridSpan="7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Education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Measures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Targets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3835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Initiatives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4143372" y="3508688"/>
            <a:ext cx="1143000" cy="9286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Strategy</a:t>
            </a:r>
            <a:endParaRPr lang="en-US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5387065" y="3773072"/>
            <a:ext cx="364047" cy="461106"/>
            <a:chOff x="5387065" y="3940499"/>
            <a:chExt cx="364047" cy="461106"/>
          </a:xfrm>
        </p:grpSpPr>
        <p:sp>
          <p:nvSpPr>
            <p:cNvPr id="15" name="Стрелка вправо 14"/>
            <p:cNvSpPr/>
            <p:nvPr/>
          </p:nvSpPr>
          <p:spPr>
            <a:xfrm rot="21597125">
              <a:off x="5387065" y="3940499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Стрелка вправо 4"/>
            <p:cNvSpPr/>
            <p:nvPr/>
          </p:nvSpPr>
          <p:spPr>
            <a:xfrm rot="21597125">
              <a:off x="5387065" y="4032766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4492219" y="3061558"/>
            <a:ext cx="461106" cy="364047"/>
            <a:chOff x="4492219" y="3228985"/>
            <a:chExt cx="461106" cy="364047"/>
          </a:xfrm>
        </p:grpSpPr>
        <p:sp>
          <p:nvSpPr>
            <p:cNvPr id="18" name="Стрелка вправо 17"/>
            <p:cNvSpPr/>
            <p:nvPr/>
          </p:nvSpPr>
          <p:spPr>
            <a:xfrm rot="16248116">
              <a:off x="4540748" y="318045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Стрелка вправо 4"/>
            <p:cNvSpPr/>
            <p:nvPr/>
          </p:nvSpPr>
          <p:spPr>
            <a:xfrm rot="16248116">
              <a:off x="4594591" y="3327279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4488323" y="4541818"/>
            <a:ext cx="461106" cy="364047"/>
            <a:chOff x="4488323" y="4709245"/>
            <a:chExt cx="461106" cy="364047"/>
          </a:xfrm>
        </p:grpSpPr>
        <p:sp>
          <p:nvSpPr>
            <p:cNvPr id="21" name="Стрелка вправо 20"/>
            <p:cNvSpPr/>
            <p:nvPr/>
          </p:nvSpPr>
          <p:spPr>
            <a:xfrm rot="5376982">
              <a:off x="4536852" y="466071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трелка вправо 4"/>
            <p:cNvSpPr/>
            <p:nvPr/>
          </p:nvSpPr>
          <p:spPr>
            <a:xfrm rot="5376982">
              <a:off x="4591094" y="4698331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3678808" y="3773225"/>
            <a:ext cx="364047" cy="461106"/>
            <a:chOff x="3678808" y="3940652"/>
            <a:chExt cx="364047" cy="461106"/>
          </a:xfrm>
        </p:grpSpPr>
        <p:sp>
          <p:nvSpPr>
            <p:cNvPr id="24" name="Стрелка вправо 23"/>
            <p:cNvSpPr/>
            <p:nvPr/>
          </p:nvSpPr>
          <p:spPr>
            <a:xfrm rot="10851572">
              <a:off x="3678808" y="3940652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Стрелка вправо 4"/>
            <p:cNvSpPr/>
            <p:nvPr/>
          </p:nvSpPr>
          <p:spPr>
            <a:xfrm rot="10851572">
              <a:off x="3788016" y="4033692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sp>
        <p:nvSpPr>
          <p:cNvPr id="26" name="Двойная стрелка влево/вверх 25"/>
          <p:cNvSpPr/>
          <p:nvPr/>
        </p:nvSpPr>
        <p:spPr>
          <a:xfrm>
            <a:off x="6429388" y="5072074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Двойная стрелка влево/вверх 26"/>
          <p:cNvSpPr/>
          <p:nvPr/>
        </p:nvSpPr>
        <p:spPr>
          <a:xfrm rot="5400000">
            <a:off x="2071670" y="5072074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Двойная стрелка влево/вверх 27"/>
          <p:cNvSpPr/>
          <p:nvPr/>
        </p:nvSpPr>
        <p:spPr>
          <a:xfrm rot="16200000">
            <a:off x="6429388" y="2143116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Двойная стрелка влево/вверх 28"/>
          <p:cNvSpPr/>
          <p:nvPr/>
        </p:nvSpPr>
        <p:spPr>
          <a:xfrm rot="10800000">
            <a:off x="2071670" y="2143116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одержимое 3"/>
          <p:cNvGraphicFramePr>
            <a:graphicFrameLocks noGrp="1"/>
          </p:cNvGraphicFramePr>
          <p:nvPr>
            <p:ph idx="1"/>
          </p:nvPr>
        </p:nvGraphicFramePr>
        <p:xfrm>
          <a:off x="571472" y="3357562"/>
          <a:ext cx="300039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1500198"/>
              </a:tblGrid>
              <a:tr h="219809">
                <a:tc gridSpan="2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Finance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86838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Indicator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Description</a:t>
                      </a:r>
                      <a:endParaRPr lang="en-US" sz="11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1" name="Содержимое 3"/>
          <p:cNvGraphicFramePr>
            <a:graphicFrameLocks/>
          </p:cNvGraphicFramePr>
          <p:nvPr/>
        </p:nvGraphicFramePr>
        <p:xfrm>
          <a:off x="3214678" y="5072074"/>
          <a:ext cx="300039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1500198"/>
              </a:tblGrid>
              <a:tr h="194895">
                <a:tc gridSpan="2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Education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65661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Indicator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Description</a:t>
                      </a:r>
                      <a:endParaRPr lang="en-US" sz="1100" dirty="0"/>
                    </a:p>
                  </a:txBody>
                  <a:tcPr/>
                </a:tc>
              </a:tr>
              <a:tr h="19489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9489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9489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" name="Содержимое 3"/>
          <p:cNvGraphicFramePr>
            <a:graphicFrameLocks/>
          </p:cNvGraphicFramePr>
          <p:nvPr/>
        </p:nvGraphicFramePr>
        <p:xfrm>
          <a:off x="3214678" y="1428736"/>
          <a:ext cx="300039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1500198"/>
              </a:tblGrid>
              <a:tr h="219809">
                <a:tc gridSpan="2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Customer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86838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Indicator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Description</a:t>
                      </a:r>
                      <a:endParaRPr lang="en-US" sz="11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Balanced Scorecard</a:t>
            </a:r>
            <a:endParaRPr lang="en-US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143372" y="3508688"/>
            <a:ext cx="1143000" cy="92868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Strategy</a:t>
            </a:r>
            <a:endParaRPr lang="en-US" dirty="0"/>
          </a:p>
        </p:txBody>
      </p:sp>
      <p:grpSp>
        <p:nvGrpSpPr>
          <p:cNvPr id="4" name="Группа 19"/>
          <p:cNvGrpSpPr/>
          <p:nvPr/>
        </p:nvGrpSpPr>
        <p:grpSpPr>
          <a:xfrm>
            <a:off x="4488323" y="4541818"/>
            <a:ext cx="461106" cy="364047"/>
            <a:chOff x="4488323" y="4709245"/>
            <a:chExt cx="461106" cy="364047"/>
          </a:xfrm>
        </p:grpSpPr>
        <p:sp>
          <p:nvSpPr>
            <p:cNvPr id="21" name="Стрелка вправо 20"/>
            <p:cNvSpPr/>
            <p:nvPr/>
          </p:nvSpPr>
          <p:spPr>
            <a:xfrm rot="5376982">
              <a:off x="4536852" y="466071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трелка вправо 4"/>
            <p:cNvSpPr/>
            <p:nvPr/>
          </p:nvSpPr>
          <p:spPr>
            <a:xfrm rot="5376982">
              <a:off x="4591094" y="4698331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3" name="Группа 16"/>
          <p:cNvGrpSpPr/>
          <p:nvPr/>
        </p:nvGrpSpPr>
        <p:grpSpPr>
          <a:xfrm>
            <a:off x="4492219" y="3061558"/>
            <a:ext cx="461106" cy="364047"/>
            <a:chOff x="4492219" y="3228985"/>
            <a:chExt cx="461106" cy="364047"/>
          </a:xfrm>
        </p:grpSpPr>
        <p:sp>
          <p:nvSpPr>
            <p:cNvPr id="18" name="Стрелка вправо 17"/>
            <p:cNvSpPr/>
            <p:nvPr/>
          </p:nvSpPr>
          <p:spPr>
            <a:xfrm rot="16248116">
              <a:off x="4540748" y="3180456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Стрелка вправо 4"/>
            <p:cNvSpPr/>
            <p:nvPr/>
          </p:nvSpPr>
          <p:spPr>
            <a:xfrm rot="16248116">
              <a:off x="4594591" y="3327279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grpSp>
        <p:nvGrpSpPr>
          <p:cNvPr id="5" name="Группа 22"/>
          <p:cNvGrpSpPr/>
          <p:nvPr/>
        </p:nvGrpSpPr>
        <p:grpSpPr>
          <a:xfrm>
            <a:off x="3678808" y="3773225"/>
            <a:ext cx="364047" cy="461106"/>
            <a:chOff x="3678808" y="3940652"/>
            <a:chExt cx="364047" cy="461106"/>
          </a:xfrm>
        </p:grpSpPr>
        <p:sp>
          <p:nvSpPr>
            <p:cNvPr id="24" name="Стрелка вправо 23"/>
            <p:cNvSpPr/>
            <p:nvPr/>
          </p:nvSpPr>
          <p:spPr>
            <a:xfrm rot="10851572">
              <a:off x="3678808" y="3940652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Стрелка вправо 4"/>
            <p:cNvSpPr/>
            <p:nvPr/>
          </p:nvSpPr>
          <p:spPr>
            <a:xfrm rot="10851572">
              <a:off x="3788016" y="4033692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  <p:sp>
        <p:nvSpPr>
          <p:cNvPr id="26" name="Двойная стрелка влево/вверх 25"/>
          <p:cNvSpPr/>
          <p:nvPr/>
        </p:nvSpPr>
        <p:spPr>
          <a:xfrm>
            <a:off x="6786578" y="5357826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Двойная стрелка влево/вверх 26"/>
          <p:cNvSpPr/>
          <p:nvPr/>
        </p:nvSpPr>
        <p:spPr>
          <a:xfrm rot="5400000">
            <a:off x="1928794" y="5357826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Двойная стрелка влево/вверх 27"/>
          <p:cNvSpPr/>
          <p:nvPr/>
        </p:nvSpPr>
        <p:spPr>
          <a:xfrm rot="16200000">
            <a:off x="6786578" y="2214554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Двойная стрелка влево/вверх 28"/>
          <p:cNvSpPr/>
          <p:nvPr/>
        </p:nvSpPr>
        <p:spPr>
          <a:xfrm rot="10800000">
            <a:off x="1857356" y="2214554"/>
            <a:ext cx="850392" cy="850392"/>
          </a:xfrm>
          <a:prstGeom prst="lef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32" name="Содержимое 3"/>
          <p:cNvGraphicFramePr>
            <a:graphicFrameLocks/>
          </p:cNvGraphicFramePr>
          <p:nvPr/>
        </p:nvGraphicFramePr>
        <p:xfrm>
          <a:off x="5929322" y="3429000"/>
          <a:ext cx="300039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1500198"/>
              </a:tblGrid>
              <a:tr h="219809">
                <a:tc gridSpan="2">
                  <a:txBody>
                    <a:bodyPr/>
                    <a:lstStyle/>
                    <a:p>
                      <a:pPr lvl="0" algn="l"/>
                      <a:r>
                        <a:rPr lang="en-US" sz="1400" b="1" dirty="0" smtClean="0"/>
                        <a:t>Internal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186838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Indicator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Description</a:t>
                      </a:r>
                      <a:endParaRPr lang="en-US" sz="11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219809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Группа 13"/>
          <p:cNvGrpSpPr/>
          <p:nvPr/>
        </p:nvGrpSpPr>
        <p:grpSpPr>
          <a:xfrm>
            <a:off x="5387065" y="3773072"/>
            <a:ext cx="364047" cy="461106"/>
            <a:chOff x="5387065" y="3940499"/>
            <a:chExt cx="364047" cy="461106"/>
          </a:xfrm>
        </p:grpSpPr>
        <p:sp>
          <p:nvSpPr>
            <p:cNvPr id="15" name="Стрелка вправо 14"/>
            <p:cNvSpPr/>
            <p:nvPr/>
          </p:nvSpPr>
          <p:spPr>
            <a:xfrm rot="21597125">
              <a:off x="5387065" y="3940499"/>
              <a:ext cx="364047" cy="46110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Стрелка вправо 4"/>
            <p:cNvSpPr/>
            <p:nvPr/>
          </p:nvSpPr>
          <p:spPr>
            <a:xfrm rot="21597125">
              <a:off x="5387065" y="4032766"/>
              <a:ext cx="254833" cy="2766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900" kern="12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Professional BSC Templates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More than 40 professional PowerPoint template slides for Balanced Scorecard</a:t>
            </a:r>
            <a:endParaRPr lang="en-US" dirty="0" smtClean="0"/>
          </a:p>
          <a:p>
            <a:r>
              <a:rPr lang="en-US" dirty="0" smtClean="0"/>
              <a:t>All slides are easily to edit and </a:t>
            </a:r>
            <a:r>
              <a:rPr lang="en-US" dirty="0" smtClean="0"/>
              <a:t>customize</a:t>
            </a:r>
          </a:p>
          <a:p>
            <a:r>
              <a:rPr lang="en-US" dirty="0" smtClean="0"/>
              <a:t>Learn more:</a:t>
            </a:r>
            <a:endParaRPr lang="en-US" dirty="0" smtClean="0"/>
          </a:p>
          <a:p>
            <a:pPr algn="ctr">
              <a:buNone/>
            </a:pPr>
            <a:r>
              <a:rPr lang="en-US" sz="2000" dirty="0" smtClean="0">
                <a:hlinkClick r:id="rId2"/>
              </a:rPr>
              <a:t>balancedscorecardtemplates.com</a:t>
            </a:r>
            <a:endParaRPr lang="en-US" sz="2000" dirty="0" smtClean="0"/>
          </a:p>
        </p:txBody>
      </p:sp>
      <p:pic>
        <p:nvPicPr>
          <p:cNvPr id="1026" name="Picture 2">
            <a:hlinkClick r:id="rId2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57737" y="1715294"/>
            <a:ext cx="38195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Excel Template for BSC and KPI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Balanced Scorecard Templates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Balanced Scorecard</a:t>
            </a:r>
            <a:endParaRPr lang="en-US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500034" y="1142992"/>
          <a:ext cx="8501121" cy="5357850"/>
        </p:xfrm>
        <a:graphic>
          <a:graphicData uri="http://schemas.openxmlformats.org/drawingml/2006/table">
            <a:tbl>
              <a:tblPr/>
              <a:tblGrid>
                <a:gridCol w="1288678"/>
                <a:gridCol w="1288678"/>
                <a:gridCol w="1039257"/>
                <a:gridCol w="4027253"/>
                <a:gridCol w="857255"/>
              </a:tblGrid>
              <a:tr h="216997">
                <a:tc gridSpan="4"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2952">
                <a:tc>
                  <a:txBody>
                    <a:bodyPr/>
                    <a:lstStyle/>
                    <a:p>
                      <a:pPr algn="ctr" fontAlgn="b"/>
                      <a:r>
                        <a:rPr lang="de-DE" sz="1800" dirty="0" err="1"/>
                        <a:t>Perspective</a:t>
                      </a:r>
                      <a:endParaRPr lang="de-DE" sz="1800" dirty="0"/>
                    </a:p>
                  </a:txBody>
                  <a:tcPr marL="9313" marR="9313" marT="93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800" dirty="0" err="1"/>
                        <a:t>Indicator</a:t>
                      </a:r>
                      <a:endParaRPr lang="de-DE" sz="1800" dirty="0"/>
                    </a:p>
                  </a:txBody>
                  <a:tcPr marL="9313" marR="9313" marT="93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800" dirty="0" err="1" smtClean="0"/>
                        <a:t>Weight</a:t>
                      </a:r>
                      <a:endParaRPr lang="de-DE" sz="1800" dirty="0"/>
                    </a:p>
                  </a:txBody>
                  <a:tcPr marL="9313" marR="9313" marT="93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800" dirty="0"/>
                        <a:t>Description</a:t>
                      </a:r>
                    </a:p>
                  </a:txBody>
                  <a:tcPr marL="9313" marR="9313" marT="93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800" dirty="0"/>
                        <a:t>Value</a:t>
                      </a:r>
                    </a:p>
                  </a:txBody>
                  <a:tcPr marL="9313" marR="9313" marT="93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979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Financial </a:t>
                      </a:r>
                      <a:r>
                        <a:rPr lang="de-DE" sz="1100" b="0" i="1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Perspective</a:t>
                      </a:r>
                      <a:endParaRPr lang="de-DE" sz="11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New indicator 1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New indicator 2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3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Performance in group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Financial Perspective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9790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Customer </a:t>
                      </a:r>
                      <a:r>
                        <a:rPr lang="de-DE" sz="11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Perspective</a:t>
                      </a:r>
                      <a:endParaRPr lang="de-DE" sz="11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Performance in group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Customer Perspective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2316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Internal </a:t>
                      </a:r>
                      <a:r>
                        <a:rPr lang="de-DE" sz="11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Processes</a:t>
                      </a:r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1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Perspective</a:t>
                      </a:r>
                      <a:endParaRPr lang="de-DE" sz="11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 Performance in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group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Internal </a:t>
                      </a:r>
                      <a:r>
                        <a:rPr lang="de-DE" sz="10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Processes</a:t>
                      </a:r>
                      <a:r>
                        <a:rPr lang="de-DE" sz="1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Perspective</a:t>
                      </a:r>
                      <a:endParaRPr lang="de-DE" sz="1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182583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2316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Education </a:t>
                      </a:r>
                      <a:r>
                        <a:rPr lang="de-DE" sz="11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and</a:t>
                      </a:r>
                      <a:r>
                        <a:rPr lang="de-DE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Growth </a:t>
                      </a:r>
                      <a:r>
                        <a:rPr lang="de-DE" sz="1100" b="0" i="1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Perspective</a:t>
                      </a:r>
                      <a:endParaRPr lang="de-DE" sz="11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0787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0787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0787"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</a:t>
                      </a:r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indicator</a:t>
                      </a:r>
                      <a:r>
                        <a:rPr lang="de-DE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e-DE" sz="10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583">
                <a:tc gridSpan="2"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Performance in group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Education and Growth Perspective</a:t>
                      </a: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313" marR="9313" marT="931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Templates for KPI (Key Performance Indicators)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Balanced Scorecard Templates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Indicators</a:t>
            </a:r>
            <a:endParaRPr lang="en-US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1571612"/>
          <a:ext cx="8358246" cy="444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2214578"/>
                <a:gridCol w="2286016"/>
                <a:gridCol w="2357454"/>
              </a:tblGrid>
              <a:tr h="500066">
                <a:tc gridSpan="4">
                  <a:txBody>
                    <a:bodyPr/>
                    <a:lstStyle/>
                    <a:p>
                      <a:pPr lvl="0" algn="l"/>
                      <a:r>
                        <a:rPr lang="en-US" sz="2400" b="1" dirty="0" smtClean="0"/>
                        <a:t>Finance</a:t>
                      </a:r>
                      <a:endParaRPr lang="en-US" sz="1400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Objectives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3</a:t>
                      </a:r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Measures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Targets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Indicators</a:t>
            </a:r>
            <a:endParaRPr lang="en-US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1571612"/>
          <a:ext cx="8358246" cy="444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2214578"/>
                <a:gridCol w="2286016"/>
                <a:gridCol w="2357454"/>
              </a:tblGrid>
              <a:tr h="500066">
                <a:tc gridSpan="4">
                  <a:txBody>
                    <a:bodyPr/>
                    <a:lstStyle/>
                    <a:p>
                      <a:pPr lvl="0" algn="l"/>
                      <a:r>
                        <a:rPr lang="en-US" sz="2400" b="1" dirty="0" smtClean="0"/>
                        <a:t>Finance</a:t>
                      </a:r>
                      <a:endParaRPr lang="en-US" sz="1400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Objectives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3</a:t>
                      </a:r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Measures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Targets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Indicators</a:t>
            </a:r>
            <a:endParaRPr lang="en-US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1571612"/>
          <a:ext cx="8358246" cy="444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2214578"/>
                <a:gridCol w="2286016"/>
                <a:gridCol w="2357454"/>
              </a:tblGrid>
              <a:tr h="500066">
                <a:tc gridSpan="4">
                  <a:txBody>
                    <a:bodyPr/>
                    <a:lstStyle/>
                    <a:p>
                      <a:pPr lvl="0" algn="l"/>
                      <a:r>
                        <a:rPr lang="en-US" sz="2400" b="1" dirty="0" smtClean="0"/>
                        <a:t>Finance</a:t>
                      </a:r>
                      <a:endParaRPr lang="en-US" sz="1400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Objectives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3</a:t>
                      </a:r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Measures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Targets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Education Indicators</a:t>
            </a:r>
            <a:endParaRPr lang="en-US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500034" y="1571612"/>
          <a:ext cx="8358246" cy="444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/>
                <a:gridCol w="2214578"/>
                <a:gridCol w="2286016"/>
                <a:gridCol w="2357454"/>
              </a:tblGrid>
              <a:tr h="500066">
                <a:tc gridSpan="4">
                  <a:txBody>
                    <a:bodyPr/>
                    <a:lstStyle/>
                    <a:p>
                      <a:pPr lvl="0" algn="l"/>
                      <a:r>
                        <a:rPr lang="en-US" sz="2400" b="1" dirty="0" smtClean="0"/>
                        <a:t>Finance</a:t>
                      </a:r>
                      <a:endParaRPr lang="en-US" sz="1400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Objectives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Objective 3</a:t>
                      </a:r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Measures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Targets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/>
                </a:tc>
              </a:tr>
              <a:tr h="98584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Design Template with Balanced Scorecard Designer software</a:t>
            </a:r>
            <a:endParaRPr lang="en-US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Balanced Scorecard Templates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BSC Designer Software</a:t>
            </a:r>
            <a:endParaRPr lang="en-US" dirty="0"/>
          </a:p>
        </p:txBody>
      </p:sp>
      <p:pic>
        <p:nvPicPr>
          <p:cNvPr id="512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319196"/>
            <a:ext cx="6858048" cy="519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BSC with BSC Designer</a:t>
            </a:r>
            <a:endParaRPr lang="en-US" dirty="0"/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357298"/>
            <a:ext cx="6934219" cy="514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Report in BSC Designer</a:t>
            </a:r>
            <a:endParaRPr lang="en-US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428736"/>
            <a:ext cx="6161908" cy="5119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BSC Designer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BSC Designer is a powerful easy to use Balanced Scorecard design software;</a:t>
            </a:r>
          </a:p>
          <a:p>
            <a:r>
              <a:rPr lang="en-US" dirty="0" smtClean="0"/>
              <a:t>The software provides HTML, Excel and PowerPoint reports;</a:t>
            </a:r>
          </a:p>
          <a:p>
            <a:r>
              <a:rPr lang="en-US" dirty="0" smtClean="0"/>
              <a:t>The software provides strategy maps and cascading of balanced scorecards;</a:t>
            </a:r>
          </a:p>
          <a:p>
            <a:r>
              <a:rPr lang="en-US" b="1" dirty="0" smtClean="0"/>
              <a:t>Learn more </a:t>
            </a:r>
            <a:r>
              <a:rPr lang="en-US" dirty="0" smtClean="0"/>
              <a:t>about BSC Designer on www.bscdesigner.com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Professional BSC Templates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More than 40 professional PowerPoint template slides for Balanced Scorecard</a:t>
            </a:r>
            <a:endParaRPr lang="en-US" dirty="0" smtClean="0"/>
          </a:p>
          <a:p>
            <a:r>
              <a:rPr lang="en-US" dirty="0" smtClean="0"/>
              <a:t>All slides are easily to edit and </a:t>
            </a:r>
            <a:r>
              <a:rPr lang="en-US" dirty="0" smtClean="0"/>
              <a:t>customize</a:t>
            </a:r>
          </a:p>
          <a:p>
            <a:r>
              <a:rPr lang="en-US" dirty="0" smtClean="0"/>
              <a:t>Learn more:</a:t>
            </a:r>
            <a:endParaRPr lang="en-US" dirty="0" smtClean="0"/>
          </a:p>
          <a:p>
            <a:pPr algn="ctr">
              <a:buNone/>
            </a:pPr>
            <a:r>
              <a:rPr lang="en-US" sz="2000" dirty="0" smtClean="0">
                <a:hlinkClick r:id="rId2"/>
              </a:rPr>
              <a:t>balancedscorecardtemplates.com</a:t>
            </a:r>
            <a:endParaRPr lang="en-US" sz="2000" dirty="0" smtClean="0"/>
          </a:p>
        </p:txBody>
      </p:sp>
      <p:pic>
        <p:nvPicPr>
          <p:cNvPr id="1026" name="Picture 2">
            <a:hlinkClick r:id="rId2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57737" y="1715294"/>
            <a:ext cx="38195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429</Words>
  <Application>Microsoft Office PowerPoint</Application>
  <PresentationFormat>Экран (4:3)</PresentationFormat>
  <Paragraphs>178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Balanced Scorecard (BSC) Templates for Presentation</vt:lpstr>
      <vt:lpstr>Professional BSC Templates</vt:lpstr>
      <vt:lpstr>Balanced Scorecard</vt:lpstr>
      <vt:lpstr>Balanced Scorecard</vt:lpstr>
      <vt:lpstr>Balanced Scorecard</vt:lpstr>
      <vt:lpstr>Balanced Scorecard</vt:lpstr>
      <vt:lpstr>Professional BSC Templates</vt:lpstr>
      <vt:lpstr>Excel Template for BSC and KPI</vt:lpstr>
      <vt:lpstr>Excel Balanced Scorecard</vt:lpstr>
      <vt:lpstr>Templates for KPI (Key Performance Indicators)</vt:lpstr>
      <vt:lpstr>Financial Indicators</vt:lpstr>
      <vt:lpstr>Customer Indicators</vt:lpstr>
      <vt:lpstr>Internal Indicators</vt:lpstr>
      <vt:lpstr>Education Indicators</vt:lpstr>
      <vt:lpstr>Design Template with Balanced Scorecard Designer software</vt:lpstr>
      <vt:lpstr>BSC Designer Software</vt:lpstr>
      <vt:lpstr>Excel BSC with BSC Designer</vt:lpstr>
      <vt:lpstr>Overview Report in BSC Designer</vt:lpstr>
      <vt:lpstr>More about BSC Designer</vt:lpstr>
      <vt:lpstr>Professional BSC Templates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Balanced Scorecard</dc:title>
  <dc:creator>Aleksey Savkin</dc:creator>
  <cp:keywords>bsc,balanced scorecard,kpi,metrics,training</cp:keywords>
  <dc:description>© 2010 Aleksey Savkin
www.bscdesigner.com</dc:description>
  <cp:lastModifiedBy>Alexey</cp:lastModifiedBy>
  <cp:revision>107</cp:revision>
  <dcterms:created xsi:type="dcterms:W3CDTF">2010-02-27T14:03:15Z</dcterms:created>
  <dcterms:modified xsi:type="dcterms:W3CDTF">2010-06-18T19:11:52Z</dcterms:modified>
</cp:coreProperties>
</file>